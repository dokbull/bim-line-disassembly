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72" r:id="rId1"/>
  </p:sldMasterIdLst>
  <p:notesMasterIdLst>
    <p:notesMasterId r:id="rId3"/>
  </p:notesMasterIdLst>
  <p:sldIdLst>
    <p:sldId id="735" r:id="rId2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200" kern="1200">
        <a:solidFill>
          <a:srgbClr val="FFFFFF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200" kern="1200">
        <a:solidFill>
          <a:srgbClr val="FFFFFF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200" kern="1200">
        <a:solidFill>
          <a:srgbClr val="FFFFFF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200" kern="1200">
        <a:solidFill>
          <a:srgbClr val="FFFFFF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200" kern="1200">
        <a:solidFill>
          <a:srgbClr val="FFFFFF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200" kern="1200">
        <a:solidFill>
          <a:srgbClr val="FFFFFF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200" kern="1200">
        <a:solidFill>
          <a:srgbClr val="FFFFFF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200" kern="1200">
        <a:solidFill>
          <a:srgbClr val="FFFFFF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200" kern="1200">
        <a:solidFill>
          <a:srgbClr val="FFFFFF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>
          <p15:clr>
            <a:srgbClr val="A4A3A4"/>
          </p15:clr>
        </p15:guide>
        <p15:guide id="2" orient="horz" pos="3113">
          <p15:clr>
            <a:srgbClr val="A4A3A4"/>
          </p15:clr>
        </p15:guide>
        <p15:guide id="3" pos="3120">
          <p15:clr>
            <a:srgbClr val="A4A3A4"/>
          </p15:clr>
        </p15:guide>
        <p15:guide id="4" pos="6068">
          <p15:clr>
            <a:srgbClr val="A4A3A4"/>
          </p15:clr>
        </p15:guide>
        <p15:guide id="5" pos="1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99CCFF"/>
    <a:srgbClr val="009900"/>
    <a:srgbClr val="0000FF"/>
    <a:srgbClr val="CCFFCC"/>
    <a:srgbClr val="CCFFFF"/>
    <a:srgbClr val="3333CC"/>
    <a:srgbClr val="CC9900"/>
    <a:srgbClr val="FFFFC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86447" autoAdjust="0"/>
  </p:normalViewPr>
  <p:slideViewPr>
    <p:cSldViewPr>
      <p:cViewPr>
        <p:scale>
          <a:sx n="150" d="100"/>
          <a:sy n="150" d="100"/>
        </p:scale>
        <p:origin x="667" y="-1003"/>
      </p:cViewPr>
      <p:guideLst>
        <p:guide orient="horz" pos="391"/>
        <p:guide orient="horz" pos="3113"/>
        <p:guide pos="3120"/>
        <p:guide pos="6068"/>
        <p:guide pos="1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694" y="-10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2" tIns="45721" rIns="91442" bIns="45721" numCol="1" anchor="t" anchorCtr="0" compatLnSpc="1">
            <a:prstTxWarp prst="textNoShape">
              <a:avLst/>
            </a:prstTxWarp>
          </a:bodyPr>
          <a:lstStyle>
            <a:lvl1pPr algn="l" defTabSz="882650">
              <a:defRPr kumimoji="0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2" tIns="45721" rIns="91442" bIns="45721" numCol="1" anchor="t" anchorCtr="0" compatLnSpc="1">
            <a:prstTxWarp prst="textNoShape">
              <a:avLst/>
            </a:prstTxWarp>
          </a:bodyPr>
          <a:lstStyle>
            <a:lvl1pPr algn="r" defTabSz="882650">
              <a:defRPr kumimoji="0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F10974C2-E389-4C98-91D8-259B90EB54DC}" type="datetimeFigureOut">
              <a:rPr lang="ko-KR" altLang="en-US"/>
              <a:pPr>
                <a:defRPr/>
              </a:pPr>
              <a:t>2026-01-23</a:t>
            </a:fld>
            <a:endParaRPr lang="en-US" altLang="ko-KR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78" tIns="47389" rIns="94778" bIns="47389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79450" y="4716464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2" tIns="45721" rIns="91442" bIns="457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2" tIns="45721" rIns="91442" bIns="45721" numCol="1" anchor="b" anchorCtr="0" compatLnSpc="1">
            <a:prstTxWarp prst="textNoShape">
              <a:avLst/>
            </a:prstTxWarp>
          </a:bodyPr>
          <a:lstStyle>
            <a:lvl1pPr algn="l" defTabSz="882650">
              <a:defRPr kumimoji="0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2" tIns="45721" rIns="91442" bIns="45721" numCol="1" anchor="b" anchorCtr="0" compatLnSpc="1">
            <a:prstTxWarp prst="textNoShape">
              <a:avLst/>
            </a:prstTxWarp>
          </a:bodyPr>
          <a:lstStyle>
            <a:lvl1pPr algn="r" defTabSz="882650">
              <a:defRPr kumimoji="0"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51ABBDB-DBFC-4B6A-ABA7-97A1169DA9B7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925574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1A57A-74D9-4A8C-846B-9CA6D800D0E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8125" y="785813"/>
            <a:ext cx="4625975" cy="857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6500" y="785813"/>
            <a:ext cx="4627563" cy="857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E4C70-3647-4E73-BCF3-D8D2891E918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56625-1F6D-4545-B264-9EF0E2C26FD6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EF9EB-2AE1-441B-B48F-5181BBEBC0E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5B2C03-241A-4D06-85D8-061C16AEFA1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21C0D-4AE0-48E9-BCC9-831C065A5FF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8F497-095B-4CBC-899A-C6DB3E0D3B2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A826D-FF26-474A-8E5E-A83651AE93D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" y="23813"/>
            <a:ext cx="98377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125" y="785813"/>
            <a:ext cx="9405938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66263" y="6680200"/>
            <a:ext cx="439737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kumimoji="1" sz="900" b="0" i="1">
                <a:solidFill>
                  <a:schemeClr val="accent2">
                    <a:lumMod val="60000"/>
                    <a:lumOff val="40000"/>
                  </a:schemeClr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3762B1BD-9C3E-43E7-B66E-C66DA6E00D7C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0" y="692150"/>
            <a:ext cx="9906000" cy="1588"/>
          </a:xfrm>
          <a:prstGeom prst="line">
            <a:avLst/>
          </a:prstGeom>
          <a:noFill/>
          <a:ln w="44450" cap="rnd">
            <a:solidFill>
              <a:srgbClr val="00008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lnSpc>
                <a:spcPct val="120000"/>
              </a:lnSpc>
              <a:buFontTx/>
              <a:buChar char="•"/>
              <a:defRPr/>
            </a:pPr>
            <a:endParaRPr kumimoji="0" lang="ko-KR" altLang="en-US" b="1" dirty="0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2" name="Line 7"/>
          <p:cNvSpPr>
            <a:spLocks noChangeShapeType="1"/>
          </p:cNvSpPr>
          <p:nvPr/>
        </p:nvSpPr>
        <p:spPr bwMode="auto">
          <a:xfrm>
            <a:off x="0" y="6453188"/>
            <a:ext cx="9906000" cy="1587"/>
          </a:xfrm>
          <a:prstGeom prst="line">
            <a:avLst/>
          </a:prstGeom>
          <a:noFill/>
          <a:ln w="19050" cap="rnd">
            <a:solidFill>
              <a:srgbClr val="CAC0BE"/>
            </a:solidFill>
            <a:round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endParaRPr lang="ko-KR" altLang="en-US" sz="1800" dirty="0">
              <a:solidFill>
                <a:schemeClr val="tx1"/>
              </a:solidFill>
              <a:latin typeface="굴림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34" r:id="rId1"/>
    <p:sldLayoutId id="2147485135" r:id="rId2"/>
    <p:sldLayoutId id="2147485125" r:id="rId3"/>
    <p:sldLayoutId id="2147485126" r:id="rId4"/>
    <p:sldLayoutId id="2147485127" r:id="rId5"/>
    <p:sldLayoutId id="2147485128" r:id="rId6"/>
    <p:sldLayoutId id="2147485136" r:id="rId7"/>
    <p:sldLayoutId id="2147485129" r:id="rId8"/>
    <p:sldLayoutId id="2147485130" r:id="rId9"/>
    <p:sldLayoutId id="2147485131" r:id="rId10"/>
    <p:sldLayoutId id="2147485132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tabLst>
          <a:tab pos="9601200" algn="r"/>
        </a:tabLs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tabLst>
          <a:tab pos="9601200" algn="r"/>
        </a:tabLst>
        <a:defRPr kumimoji="1" sz="4400" b="1">
          <a:solidFill>
            <a:schemeClr val="tx2"/>
          </a:solidFill>
          <a:latin typeface="굴림" charset="-127"/>
          <a:ea typeface="굴림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tabLst>
          <a:tab pos="9601200" algn="r"/>
        </a:tabLst>
        <a:defRPr kumimoji="1" sz="4400" b="1">
          <a:solidFill>
            <a:schemeClr val="tx2"/>
          </a:solidFill>
          <a:latin typeface="굴림" charset="-127"/>
          <a:ea typeface="굴림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tabLst>
          <a:tab pos="9601200" algn="r"/>
        </a:tabLst>
        <a:defRPr kumimoji="1" sz="4400" b="1">
          <a:solidFill>
            <a:schemeClr val="tx2"/>
          </a:solidFill>
          <a:latin typeface="굴림" charset="-127"/>
          <a:ea typeface="굴림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tabLst>
          <a:tab pos="9601200" algn="r"/>
        </a:tabLst>
        <a:defRPr kumimoji="1" sz="4400" b="1">
          <a:solidFill>
            <a:schemeClr val="tx2"/>
          </a:solidFill>
          <a:latin typeface="굴림" charset="-127"/>
          <a:ea typeface="굴림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tabLst>
          <a:tab pos="9601200" algn="r"/>
        </a:tabLst>
        <a:defRPr kumimoji="1" b="1">
          <a:solidFill>
            <a:schemeClr val="tx2"/>
          </a:solidFill>
          <a:latin typeface="굴림" charset="-127"/>
          <a:ea typeface="굴림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tabLst>
          <a:tab pos="9601200" algn="r"/>
        </a:tabLst>
        <a:defRPr kumimoji="1" b="1">
          <a:solidFill>
            <a:schemeClr val="tx2"/>
          </a:solidFill>
          <a:latin typeface="굴림" charset="-127"/>
          <a:ea typeface="굴림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tabLst>
          <a:tab pos="9601200" algn="r"/>
        </a:tabLst>
        <a:defRPr kumimoji="1" b="1">
          <a:solidFill>
            <a:schemeClr val="tx2"/>
          </a:solidFill>
          <a:latin typeface="굴림" charset="-127"/>
          <a:ea typeface="굴림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tabLst>
          <a:tab pos="9601200" algn="r"/>
        </a:tabLst>
        <a:defRPr kumimoji="1" b="1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lnSpc>
          <a:spcPts val="2200"/>
        </a:lnSpc>
        <a:spcBef>
          <a:spcPct val="0"/>
        </a:spcBef>
        <a:spcAft>
          <a:spcPct val="0"/>
        </a:spcAft>
        <a:buChar char="•"/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2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2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2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2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2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7"/>
          <p:cNvSpPr>
            <a:spLocks noChangeArrowheads="1"/>
          </p:cNvSpPr>
          <p:nvPr/>
        </p:nvSpPr>
        <p:spPr bwMode="auto">
          <a:xfrm>
            <a:off x="103188" y="123825"/>
            <a:ext cx="1146468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Wingdings" pitchFamily="2" charset="2"/>
              <a:buChar char="§"/>
              <a:defRPr kumimoji="1" sz="1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AutoNum type="arabicPeriod"/>
              <a:tabLst>
                <a:tab pos="93663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tabLst>
                <a:tab pos="174625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tabLst>
                <a:tab pos="26828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ko-KR" sz="7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P9 GD</a:t>
            </a:r>
            <a:r>
              <a:rPr lang="ko-KR" altLang="en-US" sz="7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후 세정기 </a:t>
            </a:r>
            <a:r>
              <a:rPr lang="ko-KR" altLang="en-US" sz="7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조직도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8447592" y="1042664"/>
            <a:ext cx="857841" cy="253128"/>
          </a:xfrm>
          <a:prstGeom prst="rect">
            <a:avLst/>
          </a:prstGeom>
          <a:solidFill>
            <a:srgbClr val="00B050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180000" tIns="72000" rIns="180000" bIns="72000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700" dirty="0" smtClean="0">
                <a:ea typeface="맑은 고딕" panose="020B0503020000020004" pitchFamily="50" charset="-127"/>
                <a:cs typeface="Arial" pitchFamily="34" charset="0"/>
              </a:rPr>
              <a:t>마 </a:t>
            </a:r>
            <a:r>
              <a:rPr lang="ko-KR" altLang="en-US" sz="700" dirty="0" err="1" smtClean="0">
                <a:ea typeface="맑은 고딕" panose="020B0503020000020004" pitchFamily="50" charset="-127"/>
                <a:cs typeface="Arial" pitchFamily="34" charset="0"/>
              </a:rPr>
              <a:t>케</a:t>
            </a:r>
            <a:r>
              <a:rPr lang="ko-KR" altLang="en-US" sz="700" dirty="0" smtClean="0"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sz="700" dirty="0" err="1" smtClean="0">
                <a:ea typeface="맑은 고딕" panose="020B0503020000020004" pitchFamily="50" charset="-127"/>
                <a:cs typeface="Arial" pitchFamily="34" charset="0"/>
              </a:rPr>
              <a:t>팅</a:t>
            </a:r>
            <a:endParaRPr lang="ko-KR" altLang="en-US" sz="700" dirty="0"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8193360" y="1340768"/>
            <a:ext cx="1366303" cy="61095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lIns="72000" tIns="144000" rIns="72000" bIns="144000" anchor="ctr"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지원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성명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신기종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0" y="363564"/>
            <a:ext cx="26260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9601200" algn="r"/>
              </a:tabLs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9601200" algn="r"/>
              </a:tabLst>
              <a:defRPr kumimoji="1" sz="4400" b="1">
                <a:solidFill>
                  <a:schemeClr val="tx2"/>
                </a:solidFill>
                <a:latin typeface="굴림" charset="-127"/>
                <a:ea typeface="굴림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9601200" algn="r"/>
              </a:tabLst>
              <a:defRPr kumimoji="1" sz="4400" b="1">
                <a:solidFill>
                  <a:schemeClr val="tx2"/>
                </a:solidFill>
                <a:latin typeface="굴림" charset="-127"/>
                <a:ea typeface="굴림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9601200" algn="r"/>
              </a:tabLst>
              <a:defRPr kumimoji="1" sz="4400" b="1">
                <a:solidFill>
                  <a:schemeClr val="tx2"/>
                </a:solidFill>
                <a:latin typeface="굴림" charset="-127"/>
                <a:ea typeface="굴림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tabLst>
                <a:tab pos="9601200" algn="r"/>
              </a:tabLst>
              <a:defRPr kumimoji="1" sz="4400" b="1">
                <a:solidFill>
                  <a:schemeClr val="tx2"/>
                </a:solidFill>
                <a:latin typeface="굴림" charset="-127"/>
                <a:ea typeface="굴림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tabLst>
                <a:tab pos="9601200" algn="r"/>
              </a:tabLst>
              <a:defRPr kumimoji="1" b="1">
                <a:solidFill>
                  <a:schemeClr val="tx2"/>
                </a:solidFill>
                <a:latin typeface="굴림" charset="-127"/>
                <a:ea typeface="굴림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tabLst>
                <a:tab pos="9601200" algn="r"/>
              </a:tabLst>
              <a:defRPr kumimoji="1" b="1">
                <a:solidFill>
                  <a:schemeClr val="tx2"/>
                </a:solidFill>
                <a:latin typeface="굴림" charset="-127"/>
                <a:ea typeface="굴림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tabLst>
                <a:tab pos="9601200" algn="r"/>
              </a:tabLst>
              <a:defRPr kumimoji="1" b="1">
                <a:solidFill>
                  <a:schemeClr val="tx2"/>
                </a:solidFill>
                <a:latin typeface="굴림" charset="-127"/>
                <a:ea typeface="굴림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tabLst>
                <a:tab pos="9601200" algn="r"/>
              </a:tabLst>
              <a:defRPr kumimoji="1" b="1">
                <a:solidFill>
                  <a:schemeClr val="tx2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1400" kern="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1. SDC BIM LINE </a:t>
            </a:r>
            <a:r>
              <a:rPr lang="ko-KR" altLang="en-US" sz="1400" kern="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대응 조직도</a:t>
            </a:r>
            <a:endParaRPr lang="en-US" altLang="ko-KR" sz="1400" kern="0" dirty="0" smtClean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cxnSp>
        <p:nvCxnSpPr>
          <p:cNvPr id="5122" name="직선 연결선 2052"/>
          <p:cNvCxnSpPr>
            <a:cxnSpLocks noChangeShapeType="1"/>
            <a:endCxn id="16" idx="0"/>
          </p:cNvCxnSpPr>
          <p:nvPr/>
        </p:nvCxnSpPr>
        <p:spPr bwMode="auto">
          <a:xfrm>
            <a:off x="3200731" y="1817886"/>
            <a:ext cx="0" cy="129948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3" name="직선 연결선 2052"/>
          <p:cNvCxnSpPr>
            <a:cxnSpLocks noChangeShapeType="1"/>
            <a:endCxn id="11" idx="0"/>
          </p:cNvCxnSpPr>
          <p:nvPr/>
        </p:nvCxnSpPr>
        <p:spPr bwMode="auto">
          <a:xfrm flipH="1">
            <a:off x="1153823" y="1805856"/>
            <a:ext cx="76" cy="133293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직사각형 10"/>
          <p:cNvSpPr/>
          <p:nvPr/>
        </p:nvSpPr>
        <p:spPr bwMode="auto">
          <a:xfrm>
            <a:off x="832597" y="1939149"/>
            <a:ext cx="642452" cy="180425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180000" tIns="36000" rIns="180000" bIns="36000" anchor="ctr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제어</a:t>
            </a:r>
          </a:p>
        </p:txBody>
      </p:sp>
      <p:sp>
        <p:nvSpPr>
          <p:cNvPr id="14" name="직사각형 13"/>
          <p:cNvSpPr/>
          <p:nvPr/>
        </p:nvSpPr>
        <p:spPr bwMode="auto">
          <a:xfrm>
            <a:off x="3944888" y="844095"/>
            <a:ext cx="781944" cy="18042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180000" tIns="36000" rIns="180000" bIns="36000" anchor="ctr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 괄</a:t>
            </a:r>
          </a:p>
        </p:txBody>
      </p:sp>
      <p:sp>
        <p:nvSpPr>
          <p:cNvPr id="5166" name="직사각형 14"/>
          <p:cNvSpPr>
            <a:spLocks noChangeArrowheads="1"/>
          </p:cNvSpPr>
          <p:nvPr/>
        </p:nvSpPr>
        <p:spPr bwMode="auto">
          <a:xfrm>
            <a:off x="3437523" y="1124744"/>
            <a:ext cx="1698292" cy="61627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 wrap="none" lIns="36000" tIns="36000" rIns="36000" bIns="36000" anchor="ctr"/>
          <a:lstStyle>
            <a:lvl1pPr latinLnBrk="1">
              <a:spcBef>
                <a:spcPct val="20000"/>
              </a:spcBef>
              <a:buFont typeface="Wingdings" pitchFamily="2" charset="2"/>
              <a:buChar char="§"/>
              <a:defRPr kumimoji="1" sz="1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AutoNum type="arabicPeriod"/>
              <a:tabLst>
                <a:tab pos="93663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tabLst>
                <a:tab pos="174625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tabLst>
                <a:tab pos="26828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>
              <a:buNone/>
              <a:defRPr/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상무</a:t>
            </a:r>
            <a:r>
              <a:rPr lang="en-US" altLang="ko-KR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buNone/>
              <a:defRPr/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총괄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buNone/>
              <a:defRPr/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신승현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2893903" y="1947834"/>
            <a:ext cx="613656" cy="180425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180000" tIns="36000" rIns="180000" bIns="36000" anchor="ctr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기구</a:t>
            </a:r>
          </a:p>
        </p:txBody>
      </p:sp>
      <p:sp>
        <p:nvSpPr>
          <p:cNvPr id="22" name="직사각형 21"/>
          <p:cNvSpPr/>
          <p:nvPr/>
        </p:nvSpPr>
        <p:spPr bwMode="auto">
          <a:xfrm>
            <a:off x="2434582" y="3641739"/>
            <a:ext cx="1430194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전장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엄주호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132" name="직선 연결선 2054"/>
          <p:cNvCxnSpPr>
            <a:cxnSpLocks noChangeShapeType="1"/>
          </p:cNvCxnSpPr>
          <p:nvPr/>
        </p:nvCxnSpPr>
        <p:spPr bwMode="auto">
          <a:xfrm>
            <a:off x="1154076" y="1805856"/>
            <a:ext cx="5861560" cy="23409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직사각형 31"/>
          <p:cNvSpPr/>
          <p:nvPr/>
        </p:nvSpPr>
        <p:spPr bwMode="auto">
          <a:xfrm>
            <a:off x="412307" y="2655817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  <p:cxnSp>
        <p:nvCxnSpPr>
          <p:cNvPr id="5138" name="직선 연결선 2052"/>
          <p:cNvCxnSpPr>
            <a:cxnSpLocks noChangeShapeType="1"/>
            <a:endCxn id="27" idx="0"/>
          </p:cNvCxnSpPr>
          <p:nvPr/>
        </p:nvCxnSpPr>
        <p:spPr bwMode="auto">
          <a:xfrm>
            <a:off x="5071099" y="1825311"/>
            <a:ext cx="0" cy="146834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직사각형 26"/>
          <p:cNvSpPr/>
          <p:nvPr/>
        </p:nvSpPr>
        <p:spPr bwMode="auto">
          <a:xfrm>
            <a:off x="4741574" y="1972145"/>
            <a:ext cx="659050" cy="180425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180000" tIns="36000" rIns="180000" bIns="36000" anchor="ctr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700" dirty="0" smtClean="0">
                <a:solidFill>
                  <a:schemeClr val="tx1"/>
                </a:solidFill>
                <a:ea typeface="맑은 고딕" panose="020B0503020000020004" pitchFamily="50" charset="-127"/>
                <a:cs typeface="Arial" pitchFamily="34" charset="0"/>
              </a:rPr>
              <a:t>제작</a:t>
            </a:r>
            <a:endParaRPr lang="ko-KR" altLang="en-US" sz="700" dirty="0">
              <a:solidFill>
                <a:schemeClr val="tx1"/>
              </a:solidFill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376936" y="2185428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기구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조립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김태연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 bwMode="auto">
          <a:xfrm>
            <a:off x="2434581" y="2150753"/>
            <a:ext cx="1430195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기구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정재관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412307" y="2153235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장희동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4376936" y="2681887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기구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조립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권예찬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2435366" y="2654000"/>
            <a:ext cx="1429410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기구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이재설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2434582" y="3146295"/>
            <a:ext cx="1430194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기구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김태연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 bwMode="auto">
          <a:xfrm>
            <a:off x="2434582" y="4133793"/>
            <a:ext cx="1430194" cy="47389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전장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박형수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4376936" y="3192409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주임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기구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조립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NGUYEN VIET THAO</a:t>
            </a:r>
          </a:p>
        </p:txBody>
      </p:sp>
      <p:sp>
        <p:nvSpPr>
          <p:cNvPr id="36" name="직사각형 35"/>
          <p:cNvSpPr/>
          <p:nvPr/>
        </p:nvSpPr>
        <p:spPr bwMode="auto">
          <a:xfrm>
            <a:off x="4376936" y="4203716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셋업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빈쑤안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auto">
          <a:xfrm>
            <a:off x="4376936" y="3693194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기구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배선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NGUYEN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VAN DUC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auto">
          <a:xfrm>
            <a:off x="6691600" y="1973526"/>
            <a:ext cx="648072" cy="180425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180000" tIns="36000" rIns="180000" bIns="36000" anchor="ctr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700" dirty="0" err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셋업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cxnSp>
        <p:nvCxnSpPr>
          <p:cNvPr id="39" name="직선 연결선 2052"/>
          <p:cNvCxnSpPr>
            <a:cxnSpLocks noChangeShapeType="1"/>
            <a:endCxn id="38" idx="0"/>
          </p:cNvCxnSpPr>
          <p:nvPr/>
        </p:nvCxnSpPr>
        <p:spPr bwMode="auto">
          <a:xfrm flipH="1">
            <a:off x="7015636" y="1825311"/>
            <a:ext cx="177" cy="148215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직사각형 41"/>
          <p:cNvSpPr/>
          <p:nvPr/>
        </p:nvSpPr>
        <p:spPr bwMode="auto">
          <a:xfrm>
            <a:off x="6321152" y="2204864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셋업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빈쑤안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6321152" y="2721332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주임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기구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셋업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반밍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6321152" y="3237800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기구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셋업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마임중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8193360" y="2018810"/>
            <a:ext cx="1366303" cy="61095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lIns="72000" tIns="144000" rIns="72000" bIns="144000" anchor="ctr"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지원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>
              <a:defRPr/>
            </a:pPr>
            <a:r>
              <a:rPr lang="ko-KR" altLang="en-US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성명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김동열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6320302" y="3749461"/>
            <a:ext cx="1431206" cy="25312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베트남 법인 인원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 bwMode="auto">
          <a:xfrm>
            <a:off x="4376936" y="4714238"/>
            <a:ext cx="1431206" cy="25312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베트남 법인 인원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2434582" y="4626493"/>
            <a:ext cx="1430194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매니져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기구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정민규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2436941" y="5129569"/>
            <a:ext cx="1427835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프로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기구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김동현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1" name="직선 연결선 2052"/>
          <p:cNvCxnSpPr>
            <a:cxnSpLocks noChangeShapeType="1"/>
          </p:cNvCxnSpPr>
          <p:nvPr/>
        </p:nvCxnSpPr>
        <p:spPr bwMode="auto">
          <a:xfrm>
            <a:off x="4304928" y="1741015"/>
            <a:ext cx="0" cy="69446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직사각형 51"/>
          <p:cNvSpPr/>
          <p:nvPr/>
        </p:nvSpPr>
        <p:spPr bwMode="auto">
          <a:xfrm>
            <a:off x="2434582" y="5636664"/>
            <a:ext cx="1430194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프로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기구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최현규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2434582" y="6139740"/>
            <a:ext cx="1430194" cy="25312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베트남 법인 인원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인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412307" y="3158399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주임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빈쑤안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412307" y="3660981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매니저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현종필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12307" y="4164968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매니저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황정석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412307" y="4672288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매니저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이동현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/>
          <p:cNvSpPr/>
          <p:nvPr/>
        </p:nvSpPr>
        <p:spPr bwMode="auto">
          <a:xfrm>
            <a:off x="412307" y="5179608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프로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윤석호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412307" y="5693741"/>
            <a:ext cx="1431206" cy="46857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square" lIns="72000" tIns="72000" rIns="72000" bIns="72000" anchor="ctr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직급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프로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설계</a:t>
            </a:r>
            <a:endParaRPr lang="en-US" altLang="ko-KR" sz="7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latinLnBrk="1" hangingPunct="1">
              <a:defRPr/>
            </a:pPr>
            <a:r>
              <a:rPr lang="ko-KR" altLang="en-US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성명 </a:t>
            </a:r>
            <a:r>
              <a:rPr lang="en-US" altLang="ko-KR" sz="7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00" b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김기운</a:t>
            </a:r>
            <a:endParaRPr lang="en-US" altLang="ko-KR" sz="700" b="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직선 연결선 2052"/>
          <p:cNvCxnSpPr>
            <a:cxnSpLocks noChangeShapeType="1"/>
            <a:endCxn id="45" idx="0"/>
          </p:cNvCxnSpPr>
          <p:nvPr/>
        </p:nvCxnSpPr>
        <p:spPr bwMode="auto">
          <a:xfrm>
            <a:off x="8876511" y="1950510"/>
            <a:ext cx="1" cy="68300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7192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gif"/></Relationships>
</file>

<file path=ppt/theme/theme1.xml><?xml version="1.0" encoding="utf-8"?>
<a:theme xmlns:a="http://schemas.openxmlformats.org/drawingml/2006/main" name="5_기본 디자인">
  <a:themeElements>
    <a:clrScheme name="5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CECFF"/>
        </a:solidFill>
        <a:ln w="12700">
          <a:solidFill>
            <a:schemeClr val="tx1"/>
          </a:solidFill>
          <a:miter lim="800000"/>
          <a:headEnd/>
          <a:tailEnd/>
        </a:ln>
        <a:effectLst/>
      </a:spPr>
      <a:bodyPr wrap="square" lIns="72000" rtlCol="0" anchor="ctr">
        <a:noAutofit/>
      </a:bodyPr>
      <a:lstStyle>
        <a:defPPr marL="342900" marR="0" indent="-34290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Blip>
            <a:blip xmlns:r="http://schemas.openxmlformats.org/officeDocument/2006/relationships" r:embed="rId1"/>
          </a:buBlip>
          <a:tabLst>
            <a:tab pos="9601200" algn="r"/>
          </a:tabLst>
          <a:defRPr kumimoji="0" sz="1800" b="1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ea typeface="맑은 고딕" pitchFamily="50" charset="-127"/>
          </a:defRPr>
        </a:defPPr>
      </a:lstStyle>
    </a:spDef>
    <a:lnDef>
      <a:spPr>
        <a:ln w="158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5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63629</TotalTime>
  <Words>319</Words>
  <Application>Microsoft Office PowerPoint</Application>
  <PresentationFormat>A4 용지(210x297mm)</PresentationFormat>
  <Paragraphs>92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굴림</vt:lpstr>
      <vt:lpstr>맑은 고딕</vt:lpstr>
      <vt:lpstr>Arial</vt:lpstr>
      <vt:lpstr>Wingdings</vt:lpstr>
      <vt:lpstr>5_기본 디자인</vt:lpstr>
      <vt:lpstr>PowerPoint 프레젠테이션</vt:lpstr>
    </vt:vector>
  </TitlesOfParts>
  <Company>Dkuil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dykim</cp:lastModifiedBy>
  <cp:revision>2967</cp:revision>
  <cp:lastPrinted>2026-01-21T07:53:55Z</cp:lastPrinted>
  <dcterms:created xsi:type="dcterms:W3CDTF">2009-01-03T14:37:33Z</dcterms:created>
  <dcterms:modified xsi:type="dcterms:W3CDTF">2026-01-23T07:39:34Z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yNDAzIiwibG9nVGltZSI6IjIwMjYtMDEtMjFUMDc6NTM6NTVaIiwicElEIjoxLCJ0cmFjZUlkIjoiOEE0Qjc5Mzk4REEzNDBBQjkwQzc0REFGNzU2N0IxQjkiLCJ1c2VyQ29kZSI6ImR5a2ltQHRvcGVuZ25ldC5jb20ifSwibm9kZTIiOnsiZHNkIjoiMDEwMDAwMDAwMDAwMjQwMyIsImxvZ1RpbWUiOiIyMDI2LTAxLTIxVDA3OjUzOjU1WiIsInBJRCI6MSwidHJhY2VJZCI6IjhBNEI3OTM5OERBMzQwQUI5MEM3NERBRjc1NjdCMUI5IiwidXNlckNvZGUiOiJkeWtpbUB0b3BlbmduZXQuY29tIn0sIm5vZGUzIjp7ImRzZCI6IjAxMDAwMDAwMDAwMDI0MDMiLCJsb2dUaW1lIjoiMjAyNi0wMS0yMVQyMzo1NjozN1oiLCJwSUQiOjEsInRyYWNlSWQiOiI4MEJCODkyOTgzNUM0RTREQUI3NUJCMjM3N0UxNUQ4OCIsInVzZXJDb2RlIjoiZHlraW1AdG9wZW5nbmV0LmNvbSJ9LCJub2RlNCI6eyJkc2QiOiIwMTAwMDAwMDAwMDAyNDAzIiwibG9nVGltZSI6IjIwMjYtMDEtMjNUMDc6Mjc6NDNaIiwicElEIjoxLCJ0cmFjZUlkIjoiOEExNzY4QTc0Mjk2NEZGODk3MUI5NTAzNUM2QTZDQjUiLCJ1c2VyQ29kZSI6ImR5a2ltQHRvcGVuZ25ldC5jb20ifSwibm9kZTUiOnsiZHNkIjoiMDAwMDAwMDAwMDAwMDAwMCIsImxvZ1RpbWUiOiIyMDI2LTAxLTI3VDA1OjI3OjQ5WiIsInBJRCI6MjA0OCwidHJhY2VJZCI6IkU4Nzc1QjJFM0FBQzQ5RDVBQ0NCN0ZBNDA3Njg3MjkwIiwidXNlckNvZGUiOiJkeWtpbUB0b3BlbmduZXQuY29tIn0sIm5vZGVDb3VudCI6NH0=</vt:lpwstr>
  </property>
</Properties>
</file>